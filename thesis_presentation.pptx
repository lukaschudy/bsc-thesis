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87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of Algorithmic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Collusion to Information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Timing Frictions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AA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Q-Learning Pricing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228600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Chudý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Thesis Proposal  ·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371600" cy="29260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Can Learn to Collude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749040" cy="54864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Baseline 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Calvano et al. (2020, AER)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agents in a repeated Bertrand game consistently learn </a:t>
            </a:r>
            <a:r>
              <a:rPr lang="en-US" sz="1300" dirty="0" err="1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supracompetitive</a:t>
            </a:r>
            <a:r>
              <a:rPr lang="en-US" sz="13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prices and that without any communication.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prices are sustained by reward punishment schemes (deviate and get punished, then gradually return to cooperation.)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749040" cy="292608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A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assumes ideal conditions: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Firms observe rival prices instantly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firms update prices simultaneously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Observations are perfectly accurate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markets have delays, noise, and asynchronous timing.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097280" cy="29260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Work Studies Frictions in Isolation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146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Calvano et al. (2021)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monitoring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Cournot setting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stochastic demand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1828800" cy="0"/>
          </a:xfrm>
          <a:prstGeom prst="line">
            <a:avLst/>
          </a:prstGeom>
          <a:noFill/>
          <a:ln w="9525">
            <a:solidFill>
              <a:srgbClr val="E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game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Bertrand)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5146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(2021)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pricing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Q-learning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(Maskin–Tirole model)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3017520"/>
            <a:ext cx="1828800" cy="0"/>
          </a:xfrm>
          <a:prstGeom prst="line">
            <a:avLst/>
          </a:prstGeom>
          <a:noFill/>
          <a:ln w="9525">
            <a:solidFill>
              <a:srgbClr val="E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Asynchrony is the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game, not a friction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5146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Asker et al. (2024)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vs.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protocols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017520"/>
            <a:ext cx="1828800" cy="0"/>
          </a:xfrm>
          <a:prstGeom prst="line">
            <a:avLst/>
          </a:prstGeom>
          <a:noFill/>
          <a:ln w="9525">
            <a:solidFill>
              <a:srgbClr val="E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algorithm,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environment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combines multiple frictions in a single controlled Bertrand baseline or tests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0835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Latency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4081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delayed observation of rival prices affect collusion?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20436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Noise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2383357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probabilistic misobservation affect collusion and price wars?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30038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Asynchrony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" y="33083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non-simultaneous updating affect collusion (genuine vs. spurious)?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0080" y="39639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Interactions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0080" y="42438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individually tolerable frictions jointly break collusion?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663440"/>
            <a:ext cx="7863840" cy="54864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645920" cy="29260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Baseline: Calvano et al. (2020)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2062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firms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Bertrand game, logit demand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15 discrete prices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grid from competitive to monopoly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last-period price vector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Q-learning, ε-greedy exploration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exploration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genuine (not spurious) collusion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645920"/>
            <a:ext cx="3383280" cy="132588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492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(π̄ − πᴺ) / (πᴹ − πᴺ)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Nash    →    1 = Monopoly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3200400"/>
            <a:ext cx="33832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0" y="3200400"/>
            <a:ext cx="3383280" cy="54864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(translated from Fortran)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baseline benchmarks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seeds per parameter setting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exploration rates per sweep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371600" cy="29260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Extensions to the Baseline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719072"/>
            <a:ext cx="502920" cy="502920"/>
          </a:xfrm>
          <a:prstGeom prst="ellipse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1965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Latency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8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 ∈ {0, 1, 2, 3, ...}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0" y="1627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sees rival's price from t−1−ℓ instead of t−1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0" y="1993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deviation detection → weakens punishment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69748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2960" y="2862072"/>
            <a:ext cx="502920" cy="502920"/>
          </a:xfrm>
          <a:prstGeom prst="ellipse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62656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Monitoring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08760" y="3044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8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∈ {0, 0.05, 0.10, 0.20, 0.30}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31920" y="2770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 q, observed rival price is perturbed ±1 grid step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931920" y="3136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signals → unwarranted or missed punishment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384048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2960" y="4005072"/>
            <a:ext cx="502920" cy="502920"/>
          </a:xfrm>
          <a:prstGeom prst="ellipse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105656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Updating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08760" y="4187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8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Alternating  /  Random mover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931920" y="3913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firm updates per period; other carries over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931920" y="4279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effects → genuine vs. spurious collusion?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0080" y="4828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setting any friction to zero exactly reproduces the baseline (regression check).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Hypothesis: Frictions Compound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latency alone → collusion survives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noise alone → collusion survives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together → collusion breaks down?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delays punishment.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corrupts the signal.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slow AND unreliable punishment.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this by fixing a moderate ℓ from the latency sweep and then sweeping noise q, checking whether the breakdown threshold shifts.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0" y="1120140"/>
            <a:ext cx="3474720" cy="3200400"/>
          </a:xfrm>
          <a:prstGeom prst="rect">
            <a:avLst/>
          </a:prstGeom>
          <a:solidFill>
            <a:srgbClr val="1E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77840" y="1417320"/>
            <a:ext cx="0" cy="2377440"/>
          </a:xfrm>
          <a:prstGeom prst="line">
            <a:avLst/>
          </a:prstGeom>
          <a:noFill/>
          <a:ln w="19050">
            <a:solidFill>
              <a:srgbClr val="8A8D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3794760"/>
            <a:ext cx="2743200" cy="0"/>
          </a:xfrm>
          <a:prstGeom prst="line">
            <a:avLst/>
          </a:prstGeom>
          <a:noFill/>
          <a:ln w="19050">
            <a:solidFill>
              <a:srgbClr val="8A8D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interaction analysis is the main novel contribution as no existing study does this.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94560" cy="29260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Expect to Find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4008" cy="65836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6733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 degrades monotonically with ℓ. A threshold ℓ* exists beyond which it collapses entirely.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64008" cy="65836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4963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4963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Non-monotonic: stable collusion → collusion with price wars → Nash.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64008" cy="658368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3192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3192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prices persist, but off-path tests may reveal weaker punishment — possibly spurious collusion.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64008" cy="658368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142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41422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Frictions compound: breakdown threshold for one friction is lower when another is present.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228600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AA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Chudy  ·  Bachelor Thesis Proposal  ·  February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Microsoft Office PowerPoint</Application>
  <PresentationFormat>On-screen Show 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Robustness of Algorithmic Collusion</dc:title>
  <dc:subject>PptxGenJS Presentation</dc:subject>
  <dc:creator>Lukas Chudý</dc:creator>
  <cp:lastModifiedBy>Lukas Chudy</cp:lastModifiedBy>
  <cp:revision>2</cp:revision>
  <dcterms:created xsi:type="dcterms:W3CDTF">2026-03-02T18:54:41Z</dcterms:created>
  <dcterms:modified xsi:type="dcterms:W3CDTF">2026-03-03T00:01:29Z</dcterms:modified>
</cp:coreProperties>
</file>